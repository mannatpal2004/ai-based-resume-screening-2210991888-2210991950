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7" d="100"/>
          <a:sy n="87" d="100"/>
        </p:scale>
        <p:origin x="133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spcBef>
                <a:spcPts val="400"/>
              </a:spcBef>
            </a:pPr>
            <a:r>
              <a:rPr lang="en-US" b="1" i="1" dirty="0"/>
              <a:t>AI-Based Resume Screening and Job Recommendation </a:t>
            </a:r>
            <a:endParaRPr lang="en-IN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Nakul Jain-2210991950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Mannat Pal-2210991888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Gurpreet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&amp; Comparative Analysis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Challenges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job portals (LinkedIn, Indeed) flood organizations with thousands of applications per </a:t>
            </a:r>
            <a:r>
              <a:rPr lang="en-US" sz="19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posting.Manual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resume screening is time-consuming, inconsistent, and prone to unconscious bias.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Recruiters face fatigue, scalability challenges, and subjective judgment.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that Which machine learning method is most effective for automated resume screening?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paper applies ML and NLP to automate screening — faster, fairer, and more scalable.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classifiers are compared: Logistic Regression, SVM, Random Forest, Decision Tree.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731673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is the most widely used method to convert resume text into numerical vectors 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effective for multi-class classification with interpretable outcomes.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works well in high-dimensional text spaces — ideal for resume classification 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reduces variance through ensemble learning, improving </a:t>
            </a:r>
            <a:r>
              <a:rPr lang="en-US" sz="19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robustness.Heakl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al. explored large-scale classification using LLMs (2024).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 No systematic comparison of classical ML models using standardized metrics — this study fills that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and organize unstructured resume data using NLP preprocessing techniques.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TF-IDF feature extraction to convert cleaned text into numerical vectors.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and train four ML classifiers: Logistic Regression, SVM, Random Forest, Decision Tree.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all models using Accuracy, Precision, Recall, and F1-Score.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best-performing model for automated resume screening.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 trade-offs, advantages, and limitations of each algorithm.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findings using confusion matrices, ROC curves, and cross-validation plots.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1,000 resumes from Kaggle (Resume Dataset for Classification) — multiple job roles.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80% training (800 resumes), 20% testing (200 resumes).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Lowercase conversion → Punctuation removal → Tokenization → Stop-word removal.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 TF-IDF Vectorization — TF-IDF(t,d) = TF(t,d) × log(N / DF(t)).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Models: Logistic Regression, SVM (LinearSVC), Random Forest (n=100), Decision Tree.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Evaluation: Accuracy, Precision, Recall, F1-Score, Cross-Validation (5-fold stratified).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Python 3.10 on Anaconda — Scikit-learn, NLTK, Pandas, NumPy.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82600" lvl="0" indent="-342900">
              <a:buClr>
                <a:srgbClr val="000000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— Resume Submission: Candidates upload resumes in PDF or TXT format.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— Text Preprocessing: Remove noise (symbols, stop words); preserve relevant terms.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— Feature Extraction: Convert cleaned text to TF-IDF numerical vectors.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— Model Training: ML models learn patterns from 800 labelled training resumes.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 — Classification &amp; Ranking: Trained model predicts job category; ranks resumes by fit.</a:t>
            </a:r>
          </a:p>
          <a:p>
            <a:pPr marL="482600" lvl="0" indent="-342900">
              <a:buClr>
                <a:srgbClr val="000000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 to Figure 1 (Flowchart) in the research paper for the complete architecture diagram.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3.10 (Anaconda): Core programming language and environment.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Scikit-learn: ML framework — LR, SVM, RF, DT models, metrics, cross-validation.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NLTK: NLP preprocessing — tokenization, stop-word removal, text normalization.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 &amp; NumPy: Data manipulation and high-dimensional TF-IDF vector processing.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 &amp; Seaborn: Visualization — confusion matrices, ROC curves, bar charts.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 (Resume Dataset for Classification): Source of 1,000 labelled resume samples.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&amp; Comparative Analysis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Accuracy: SVM — 92.8%   |   Random Forest — 91.0%   |   LR — 88.5%   |   DT — 85.2%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F1-Score:        SVM — 91.5%   |   Random Forest — 90.3%   |   LR — 87.2%   |   DT — 84.1%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Time:  DT — 1.65s   |   LR — 2.16s   |   SVM — 3.89s   |   RF — 5.45s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achieves best accuracy and F1-Score; offers the best time-performance trade-off.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(5-fold): SVM — 93.2% ± 0.63   |   RF — 91.4% ± 0.87 (most stable).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 Analysis: SVM and RF show near-perfect AUC (~1.0). Decision Tree shows lowest AUC.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 SVM and RF have fewest misclassifications across all job categories.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Challenges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Advantage: Processes thousands of resumes in seconds — far faster than manual review.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Advantage: Applies uniform, consistent criteria to all resumes — no fatigue or variability.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Advantage: Reduces unconscious human bias by focusing on skills and experience.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Advantage: Scales efficiently with hiring volume without performance degradation.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 Bias in training data can propagate unfair outcomes — careful data auditing needed.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 Data privacy — resumes contain personal info requiring compliant handling.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 Some models (e.g. Decision Tree) overfit; complex models lack explainability.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 Matching: Use transformer models (BERT, GPT) for meaning-based job matching.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AI: Provide clear explanations for shortlisting/rejection decisions.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Recommendation: Integrate with job portals for live job recommendations post-screening.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 Detection: Incorporate fairness-aware ML to detect and mitigate demographic bias.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Support: Extend to handle resumes in multiple languages for global recruitment.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 Explore CNN/RNN-based architectures for improved resume feature extraction.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ML models (LR, SVM, RF, DT) were trained and evaluated on 1,000 resumes.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is the best-performing model: Accuracy 92.8%, F1-Score 91.5%, Cross-Val 93.2% ± 0.63.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second-best: stable, robust, and low overfitting.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 fastest training (1.65s) but lowest generalization due to overfitting.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ML-based resume screening improves efficiency, consistency, and objectivity in hiring.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provides empirical guidance on model selection for intelligent recruitment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pPr algn="r">
                <a:lnSpc>
                  <a:spcPct val="100000"/>
                </a:lnSpc>
              </a:pPr>
              <a:t>13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M. Saatçı et al., "Resume Screening with NLP," Alphanumeric, vol. 12, no. 2, Dec. 2024.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A. Pimpalkar et al., "Job Applications Selection with NLP and ML," IEEE SCEECS, 2023.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S. Tayal et al., "Resume Screening using ML," IJSRCS&amp;IT, vol. 10, no. 2, Apr. 2024.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A. Heakl et al., "Resume Atlas: Revisiting Classification with LLMs," arXiv, Jun. 2024.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K. Khelkhal &amp; D. Lanasri, "Smart-Hiring: Explainable CV Extraction," arXiv, Nov. 2025.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"Automated Resume Screening Using ML," ISJEM, Jul. 2025.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R. H. El-Deeb, "E-Recruitment via Text Summarization," Information, vol. 16, 2025.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[11] K. S. Yadav et al., "AI-Powered Resume Screening using NLP," IJRESM, 2025.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34705</TotalTime>
  <Words>1287</Words>
  <Application>Microsoft Office PowerPoint</Application>
  <PresentationFormat>On-screen Show (4:3)</PresentationFormat>
  <Paragraphs>133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nakul JAIN</cp:lastModifiedBy>
  <cp:revision>2299</cp:revision>
  <dcterms:created xsi:type="dcterms:W3CDTF">2010-04-09T07:36:15Z</dcterms:created>
  <dcterms:modified xsi:type="dcterms:W3CDTF">2026-04-29T07:20:44Z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